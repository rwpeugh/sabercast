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200" b="1">
                <a:solidFill>
                  <a:srgbClr val="102A55"/>
                </a:solidFill>
                <a:latin typeface="Calibri"/>
              </a:rPr>
              <a:t>Sabercast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334455"/>
                </a:solidFill>
                <a:latin typeface="Calibri"/>
              </a:rPr>
              <a:t>LLM-powered MLB front-office intelligence — built for small / mid-market clubs that need analyst leverage without a 20-person R&amp;D shop.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7295" cy="22860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83080"/>
            <a:ext cx="3703320" cy="54864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56231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3A82CD"/>
                </a:solidFill>
                <a:latin typeface="Calibri"/>
              </a:rPr>
              <a:t>WHAT — three front-office workflows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3703320" cy="3429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1.  Roster Builder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Day-to-day lineup construction vs. a chosen opponent.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One gpt-4o call → 9-slot lineup + matchup notes.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2.  Opponent Scouting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Narrative summary + top-3 threats + exploitable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weaknesses + pitching/hitting strategy.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3.  Gap Filler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Top-3 roster gaps + position-matched candidate targets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from a ChromaDB vectorstore + contract-cost forecasts.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12 LLM calls running in parallel, ~13s end-to-end.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1783080"/>
            <a:ext cx="3703320" cy="54864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56231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3A82CD"/>
                </a:solidFill>
                <a:latin typeface="Calibri"/>
              </a:rPr>
              <a:t>HOW —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286000"/>
            <a:ext cx="3703320" cy="3429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Data ingest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pybaseball · Spotrac · Statcast OAA + pop time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LLM routing (cost-disciplined)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gpt-4o            — narrative reasoning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gpt-4o-mini       — structured JSON output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text-embedding-3-small — RAG retrieval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Qwen 2.5 7B + LoRA  — fine-tune (eval only)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Storage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ChromaDB persistent — 999 player profiles + 15 glossary entries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1,254 contracts, no-look-ahead at every retrieval point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Build economics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9-day end-to-end build · ~$47 total platform spend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Three vendor constraints absorbed mid-build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1783080"/>
            <a:ext cx="3703320" cy="54864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856231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3A82CD"/>
                </a:solidFill>
                <a:latin typeface="Calibri"/>
              </a:rPr>
              <a:t>RESULTS — 9 pre-registered tests, 2 significant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286000"/>
            <a:ext cx="3703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E863E"/>
                </a:solidFill>
                <a:latin typeface="Calibri"/>
              </a:rPr>
              <a:t>RAG retrieval validated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560320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+70 percentage-point accuracy gain on 20-question</a:t>
            </a:r>
          </a:p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held-out set  ·  McNemar exact p = 0.0005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154680"/>
            <a:ext cx="3703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E863E"/>
                </a:solidFill>
                <a:latin typeface="Calibri"/>
              </a:rPr>
              <a:t>Position-level diagnostic validated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429000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Flagged top-1 position underperforms next year at</a:t>
            </a:r>
          </a:p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71.9% (2B, p=0.020) and 75.0% (LF, p=0.041)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023360"/>
            <a:ext cx="3703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C08C00"/>
                </a:solidFill>
                <a:latin typeface="Calibri"/>
              </a:rPr>
              <a:t>Honest null reported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297680"/>
            <a:ext cx="370332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Gap_score does NOT predict next-year wins —</a:t>
            </a:r>
          </a:p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loses to last-year-wins autocorrelation by ~8×.</a:t>
            </a:r>
          </a:p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Five independent tests confirm. Reported plainly,</a:t>
            </a:r>
          </a:p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not dressed up.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5212080"/>
            <a:ext cx="3703320" cy="45720"/>
          </a:xfrm>
          <a:prstGeom prst="rect">
            <a:avLst/>
          </a:prstGeom>
          <a:solidFill>
            <a:srgbClr val="10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5321808"/>
            <a:ext cx="3703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02A55"/>
                </a:solidFill>
                <a:latin typeface="Calibri"/>
              </a:rPr>
              <a:t>Sabercast is a diagnostic + retrieval tool,</a:t>
            </a:r>
          </a:p>
          <a:p>
            <a:pPr algn="l"/>
            <a:r>
              <a:rPr sz="1200" b="1">
                <a:solidFill>
                  <a:srgbClr val="102A55"/>
                </a:solidFill>
                <a:latin typeface="Calibri"/>
              </a:rPr>
              <a:t>NOT a wins forecaster.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126480"/>
            <a:ext cx="11277295" cy="22860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19963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02A55"/>
                </a:solidFill>
                <a:latin typeface="Calibri"/>
              </a:rPr>
              <a:t>Live  ·  sabercast-mlb.streamlit.app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6199632"/>
            <a:ext cx="5790895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102A55"/>
                </a:solidFill>
                <a:latin typeface="Calibri"/>
              </a:rPr>
              <a:t>Source · github.com/rwpeugh/sabercast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7080"/>
                </a:solidFill>
                <a:latin typeface="Calibri"/>
              </a:rPr>
              <a:t>MKTG 569 · Building Business Applications of LLMs and Generative Models ·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